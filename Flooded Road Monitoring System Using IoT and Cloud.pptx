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45139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888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17644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5714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63451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17458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47058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096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82925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90385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15115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42236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3183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07120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196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05800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30512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098E0-990D-4FE0-8843-ED1B690FF24B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2666E-46A6-4646-8B17-E619968F130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739965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D876D-39C3-5CAB-DA62-D9B0298F89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Flooded Road Monitoring System Using IoT and Cloud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83EFF-45D2-F6C5-7ABE-888B271320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Hemalatha Chaganti</a:t>
            </a:r>
          </a:p>
          <a:p>
            <a:r>
              <a:rPr lang="en-IE" dirty="0"/>
              <a:t>X24242560</a:t>
            </a:r>
          </a:p>
        </p:txBody>
      </p:sp>
    </p:spTree>
    <p:extLst>
      <p:ext uri="{BB962C8B-B14F-4D97-AF65-F5344CB8AC3E}">
        <p14:creationId xmlns:p14="http://schemas.microsoft.com/office/powerpoint/2010/main" val="3867728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90412-676B-0F8D-542A-6AF3DDE56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5B2CD-91CA-6250-9368-9CF780436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Flooded roads are dangerous because people cannot easily understand the current situation. There is no real-time system to monitor water levels and road conditions. This project aims to solve this problem using IoT and cloud technologies</a:t>
            </a:r>
            <a:r>
              <a:rPr lang="en-US" dirty="0"/>
              <a:t>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10121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1EAC2-7CED-CE8C-673F-F60B43531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Solution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D37FCC-7E61-ED9F-66BC-5C3B480A05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835637"/>
            <a:ext cx="571182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IoT sensors to collect data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data using fog computing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 data to cloud using MQTT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data in AWS DynamoDB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results using a web dashboar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 </a:t>
            </a:r>
          </a:p>
        </p:txBody>
      </p:sp>
    </p:spTree>
    <p:extLst>
      <p:ext uri="{BB962C8B-B14F-4D97-AF65-F5344CB8AC3E}">
        <p14:creationId xmlns:p14="http://schemas.microsoft.com/office/powerpoint/2010/main" val="1549063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98F4-503A-10B6-A06A-8220C267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How Sensors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F6B2D-713C-CF94-15C3-E2813D583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Sensors continuously generate data for different roads. </a:t>
            </a:r>
          </a:p>
          <a:p>
            <a:r>
              <a:rPr lang="en-US" dirty="0"/>
              <a:t>Each sensor provides values like water level and rainfall, temperature, humidity. </a:t>
            </a:r>
          </a:p>
          <a:p>
            <a:r>
              <a:rPr lang="en-US" dirty="0"/>
              <a:t>In this project, the data is simulated but behaves like real sensors.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1968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EA12D-7525-76B5-CD6B-C1724C6F2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Architecture Flow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25F6D6-C64B-2435-1094-94D473DBA6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43" y="1469571"/>
            <a:ext cx="4971811" cy="5477992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F7B13C93-A365-7C3C-D8FF-94CAE807843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73403" y="2647098"/>
            <a:ext cx="565250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Fog processor processes sensor data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MQTT sends data to AWS IoT Core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Core forwards data to SQS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 Worker reads data from SQS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stored in DynamoDB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reads data and displays it </a:t>
            </a:r>
          </a:p>
        </p:txBody>
      </p:sp>
    </p:spTree>
    <p:extLst>
      <p:ext uri="{BB962C8B-B14F-4D97-AF65-F5344CB8AC3E}">
        <p14:creationId xmlns:p14="http://schemas.microsoft.com/office/powerpoint/2010/main" val="3544059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7364-553D-1C2C-A0EB-BED53E0E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How Graphs Work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30B7DC7-8E35-BFCC-6F35-85FDFB6FCF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281638"/>
            <a:ext cx="633699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stored in DynamoDB (history table)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record has: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effectLst/>
                <a:latin typeface="Arial" panose="020B0604020202020204" pitchFamily="34" charset="0"/>
              </a:rPr>
              <a:t>      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road_id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timestamp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values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 app fetches multiple records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Graphs are created using Chart.js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Graphs show trends over time </a:t>
            </a:r>
          </a:p>
        </p:txBody>
      </p:sp>
    </p:spTree>
    <p:extLst>
      <p:ext uri="{BB962C8B-B14F-4D97-AF65-F5344CB8AC3E}">
        <p14:creationId xmlns:p14="http://schemas.microsoft.com/office/powerpoint/2010/main" val="851478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6BE5D-B9AE-F9DC-061A-8A28E64AF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93448-EF2D-D6F8-8871-9481CCB07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This project successfully shows how IoT and cloud technologies can be used to monitor flooded roads. </a:t>
            </a:r>
          </a:p>
          <a:p>
            <a:r>
              <a:rPr lang="en-US" sz="2400" dirty="0"/>
              <a:t>The system provides real-time data and graphs, which makes it easier to understand road conditions. </a:t>
            </a:r>
          </a:p>
          <a:p>
            <a:r>
              <a:rPr lang="en-US" sz="2400" dirty="0"/>
              <a:t>Future improvements can make the system more advanced.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14589498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12</TotalTime>
  <Words>243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Bookman Old Style</vt:lpstr>
      <vt:lpstr>Rockwell</vt:lpstr>
      <vt:lpstr>Damask</vt:lpstr>
      <vt:lpstr>Flooded Road Monitoring System Using IoT and Cloud</vt:lpstr>
      <vt:lpstr>Problem Statement</vt:lpstr>
      <vt:lpstr>Solution Overview</vt:lpstr>
      <vt:lpstr>How Sensors Work</vt:lpstr>
      <vt:lpstr>Architecture Flow </vt:lpstr>
      <vt:lpstr>How Graphs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 CH</dc:creator>
  <cp:lastModifiedBy>Hema CH</cp:lastModifiedBy>
  <cp:revision>1</cp:revision>
  <dcterms:created xsi:type="dcterms:W3CDTF">2026-04-18T16:12:36Z</dcterms:created>
  <dcterms:modified xsi:type="dcterms:W3CDTF">2026-04-18T16:25:20Z</dcterms:modified>
</cp:coreProperties>
</file>